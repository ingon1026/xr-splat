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algun Gothic"/>
              </a:rPr>
              <a:t>맵은 어떻게 만들고, 렌더링은 어떻게 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BCCEE"/>
                </a:solidFill>
                <a:latin typeface="Malgun Gothic"/>
              </a:rPr>
              <a:t>xr-splat 기술 원리 — ORB-SLAM3 · 3D Gaussian Splatting · PnP relocalization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전체 그림 — 3개 알고리즘이 각자 일한다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E86C1"/>
                </a:solidFill>
                <a:latin typeface="Malgun Gothic"/>
              </a:rPr>
              <a:t>맵 생성(오프라인)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① ORB-SLAM3 → 카메라 포즈(위치) 추정 + 희소 맵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② COLMAP SfM → 포즈 정밀화 + 3D 점(매칭 인프라)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③ 3D Gaussian Splatting → 그 포즈 위에서 실사 렌더용 맵 학습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런타임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④ PnP relocalization → 새 프레임의 위치를 맵에서 찾음 → 그 위치로 ③ 렌더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핵심: ①②가 '어디(geometry)', ③이 '어떻게 보이는지(appearance)' 담당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① ORB-SLAM3 — 위치추정(SLAM)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SLAM = 카메라가 움직이며 동시에 ‘내 위치’ + ‘주변 지도’를 추정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입력: RGB-D 영상 시퀀스 (depth가 있어 metric 스케일 자동 확보)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특징점 기반(feature-based): 픽셀이 아니라 ORB 특징점으로 기하 계산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3개 스레드가 병렬로 동작 (다음 장)</a:t>
            </a:r>
          </a:p>
          <a:p>
            <a:r>
              <a:rPr sz="1800" b="0">
                <a:solidFill>
                  <a:srgbClr val="1E8E3E"/>
                </a:solidFill>
                <a:latin typeface="Malgun Gothic"/>
              </a:rPr>
              <a:t>•  출력: 키프레임별 카메라 포즈 Tcw + 희소 3D 맵 → Atlas(.osa)로 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① ORB-SLAM3 — ORB 특징점과 3 스레드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E86C1"/>
                </a:solidFill>
                <a:latin typeface="Malgun Gothic"/>
              </a:rPr>
              <a:t>ORB = Oriented FAST + Rotated BRIEF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FAST: 코너 검출(빠름) / BRIEF: 이진 디스크립터 → Hamming 거리로 초고속 매칭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회전·스케일 불변 → 시점 바뀌어도 같은 점 매칭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3 스레드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Tracking: 프레임마다 이전 맵에 특징 매칭 → 모션모델+PnP로 포즈 추정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Local Mapping: 키프레임 추가, 새 점 삼각측량, local Bundle Adjustment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Loop Closing: DBoW2(bag-of-words) 장소 재인식 → 루프 검출 → pose graph 최적화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② COLMAP SfM — 포즈 정밀화 &amp; 매칭 인프라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SfM(Structure-from-Motion) = 여러 사진에서 카메라 포즈 + 3D 점 복원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SIFT 특징 추출 → 이미지 간 매칭(exhaustive/sequential)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Bundle Adjustment: 재투영 오차 최소화로 포즈·점·내부파라미터 동시 최적화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이 프로젝트에서 쓴 두 기능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point_triangulator: 포즈를 ‘고정’하고 점만 삼각측량 → 디스크립터 가진 맵 생성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image_registrator: 새 이미지를 기존 맵에 2D-3D 매칭+PnP로 ‘등록’(=relocalization)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③ 3D Gaussian Splatting — 공간의 ‘표현’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공간 = 수백만 개의 3D 가우시안(타원체)들의 집합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가우시안 1개가 가진 파라미터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μ : 3D 위치 (중심)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Σ = R·S·Sᵀ·Rᵀ : 모양/크기 (회전 R[쿼터니언] + 스케일 S)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α : 불투명도(opacity)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SH 계수 : 색 — 보는 방향에 따라 달라짐(view-dependent)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왜 가우시안? → 미분 가능 + 빠른 래스터라이즈 + 빈 공간 효율적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③ 렌더링 — ‘splatting’ 래스터라이즈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렌더링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3D 가우시안 → 화면에 그리는 과정 (NeRF처럼 광선적분 X, 투영 O → 빠름)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1) 투영: 각 3D 가우시안을 카메라 평면에 2D 가우시안으로 사영(EWA splatting)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2) 정렬: 깊이순으로 타일 단위 정렬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3) α-blending: 앞→뒤로 색을 누적  C = Σ cᵢ·αᵢ·∏(1−αⱼ)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4) 색 cᵢ = SH(보는 방향) → 반사·하이라이트 같은 시점 의존 효과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전 과정 미분 가능 → 학습에 그대로 역전파 + 학습 후 실시간 렌더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③ 맵 학습 — 사진으로 가우시안을 ‘맞춰간다’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맵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최적화 = 렌더 결과를 실제 사진에 맞도록 가우시안 파라미터를 경사하강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초기화: 희소 점군(SfM/SLAM 점)에서 가우시안 시작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반복: [학습뷰 렌더] → [실제 사진과 Loss] → [역전파 → Adam 업데이트]</a:t>
            </a:r>
          </a:p>
          <a:p>
            <a:r>
              <a:rPr sz="1500" b="0">
                <a:solidFill>
                  <a:srgbClr val="1A1A1A"/>
                </a:solidFill>
                <a:latin typeface="Malgun Gothic"/>
              </a:rPr>
              <a:t>   •  Loss = (1−λ)·L1 + λ·(1−SSIM)  +  depth L1 (RGB-D depth 감독)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Adaptive Density: 부족한 곳 가우시안 분열/복제(densify), 투명한 것 제거(prune)</a:t>
            </a:r>
          </a:p>
          <a:p>
            <a:r>
              <a:rPr sz="1800" b="0">
                <a:solidFill>
                  <a:srgbClr val="1E8E3E"/>
                </a:solidFill>
                <a:latin typeface="Malgun Gothic"/>
              </a:rPr>
              <a:t>•  이 프로젝트: 카메라 포즈 ‘고정’(SLAM 포즈 신뢰) + depth 감독 + 30k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좌표계 — 두 맵을 같은 프레임에 두는 트릭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포즈 표기: Tcw = world→camera (COLMAP/ORB 저장 형식)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카메라 중심 C = −R_cwᵀ·t , 렌더러엔 view matrix(Tcw) 그대로 투입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핵심 아이디어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Gaussian 맵을 ‘SLAM 포즈 위에서’ 학습 → SLAM 맵과 동일 좌표계</a:t>
            </a:r>
          </a:p>
          <a:p>
            <a:r>
              <a:rPr sz="1800" b="0">
                <a:solidFill>
                  <a:srgbClr val="1E8E3E"/>
                </a:solidFill>
                <a:latin typeface="Malgun Gothic"/>
              </a:rPr>
              <a:t>•  → 런타임에 SLAM이 준 포즈를 변환 없이 렌더러에 꽂으면 정합됨</a:t>
            </a:r>
          </a:p>
          <a:p>
            <a:r>
              <a:rPr sz="1800" b="0">
                <a:solidFill>
                  <a:srgbClr val="B96A00"/>
                </a:solidFill>
                <a:latin typeface="Malgun Gothic"/>
              </a:rPr>
              <a:t>•  (이 프로젝트의 난관: 좌표계가 틀어지면 PSNR 좋아도 런타임 무용)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④ PnP relocalization — 런타임 위치추정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런타임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21B2E"/>
                </a:solidFill>
                <a:latin typeface="Malgun Gothic"/>
              </a:rPr>
              <a:t>새 프레임이 들어오면 ‘맵에서 내 위치’를 어떻게 찾나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1) 새 프레임 특징 추출 → 맵의 3D 점들과 2D-3D 매칭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2) PnP(Perspective-n-Point): n개의 2D↔3D 대응에서 카메라 포즈(R,t) 해석적으로 계산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3) RANSAC으로 오매칭 제거 (보통 ≥15 대응 필요)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결과 포즈가 ③ 맵과 같은 좌표계 → 그 포즈로 가우시안 렌더 → 실제와 정합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맵 생성 — A to 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E86C1"/>
                </a:solidFill>
                <a:latin typeface="Malgun Gothic"/>
              </a:rPr>
              <a:t>오프라인 (한 번)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A. RGB-D 캡처(.bag) → 프레임/깊이 추출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B. ORB-SLAM3 → 키프레임 포즈(Tcw) + Atlas 맵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C. COLMAP 변환/정밀화 → 포즈를 metric·정확하게, 디스크립터 맵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D. 초기 점군 → 3D Gaussian Splatting 학습(포즈 고정 + depth)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E. 후처리(가지치기·SH 축소) → 경량 .ply 자산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산출: 가우시안 맵(.ply) + relocalization용 맵 — 동일 좌표계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런타임 렌더 — A to 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E86C1"/>
                </a:solidFill>
                <a:latin typeface="Malgun Gothic"/>
              </a:rPr>
              <a:t>사용 시 (매 프레임)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A. 새 카메라 프레임 입력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B. 특징 추출 → 맵의 3D 점과 매칭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C. PnP + RANSAC → 카메라 포즈(맵 좌표계)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D. 그 포즈로 가우시안 맵 splatting 렌더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E. 화면 출력 (= 실사 공간을 그 시점에서 본 모습)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위치추정(B·C)과 렌더(D)가 분리 → 각자 최적 알고리즘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B2E"/>
                </a:solidFill>
                <a:latin typeface="Malgun Gothic"/>
              </a:rPr>
              <a:t>한 장 요약 — 어떤 알고리즘이 어디서 뭘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E86C1"/>
                </a:solidFill>
                <a:latin typeface="Malgun Gothic"/>
              </a:rPr>
              <a:t>ORB-SLAM3 → ‘어디(where)’: 카메라 포즈·맵 (ORB 특징, BA, DBoW2)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COLMAP SfM → 포즈 정밀화 + reloc 인프라 (SIFT, triangulation, PnP)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3D Gaussian Splatting → ‘어떻게 보이는지(appearance)’: 실사 렌더 (splatting, SH)</a:t>
            </a:r>
          </a:p>
          <a:p>
            <a:r>
              <a:rPr sz="2100" b="1">
                <a:solidFill>
                  <a:srgbClr val="2E86C1"/>
                </a:solidFill>
                <a:latin typeface="Malgun Gothic"/>
              </a:rPr>
              <a:t>PnP relocalization → 런타임 위치추정 (2D-3D 매칭 + PnP/RANSAC)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맵 생성 = 기하(SLAM/SfM) + 외형(3DGS),  렌더 = 포즈 + splatting</a:t>
            </a:r>
          </a:p>
          <a:p>
            <a:r>
              <a:rPr sz="2100" b="1">
                <a:solidFill>
                  <a:srgbClr val="121B2E"/>
                </a:solidFill>
                <a:latin typeface="Malgun Gothic"/>
              </a:rPr>
              <a:t>분리했기에 위치는 정확하게, 화면은 실사같게 — 각자 잘하는 걸로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</a:t>
            </a:r>
          </a:p>
          <a:p>
            <a:r>
              <a:rPr sz="2100" b="1">
                <a:solidFill>
                  <a:srgbClr val="1E8E3E"/>
                </a:solidFill>
                <a:latin typeface="Malgun Gothic"/>
              </a:rPr>
              <a:t>실측 품질 (home mcmc2m): PSNR 27.96 / SSIM 0.871 / LPIPS 0.267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