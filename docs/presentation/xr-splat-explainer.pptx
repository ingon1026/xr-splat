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xr-splat — A to Z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BCCEE"/>
                </a:solidFill>
                <a:latin typeface="Malgun Gothic"/>
              </a:rPr>
              <a:t>카메라 입력부터 화면 출력까지, 그림으로 쉽게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8AACC"/>
                </a:solidFill>
                <a:latin typeface="Malgun Gothic"/>
              </a:rPr>
              <a:t>SLAM(위치) × Gaussian Splatting(렌더) decoupled 파이프라인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먼저 핵심: 따로 만들어 합치는 게 아니라 '순차(토스토스)'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Malgun Gothic"/>
              </a:rPr>
              <a:t>SLAM과 Gaussian을 따로 만들어 나중에 억지로 붙이는 게 아님. 순서대로 흘리되,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Malgun Gothic"/>
              </a:rPr>
              <a:t>Gaussian을 'SLAM이 만든 카메라 포즈 위에서' 학습 → 자동으로 같은 좌표계가 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194560" cy="109728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① D455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RGB + Depth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3200400"/>
            <a:ext cx="73152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2834640"/>
            <a:ext cx="2194560" cy="109728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② SLAM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카메라 위치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17920" y="3200400"/>
            <a:ext cx="73152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2834640"/>
            <a:ext cx="2194560" cy="109728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③ Gaussian 학습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(②의 포즈 위에서)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3200400"/>
            <a:ext cx="73152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95560" y="2834640"/>
            <a:ext cx="1737360" cy="1097280"/>
          </a:xfrm>
          <a:prstGeom prst="roundRect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④ 실사 자산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.ply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</a:rPr>
              <a:t>→ ③에서 Gaussian이 ②의 좌표계를 그대로 물려받음. 그래서 나중에 '어디 있나(위치추정)'를</a:t>
            </a:r>
          </a:p>
          <a:p>
            <a:pPr algn="l"/>
            <a:r>
              <a:rPr sz="1600" b="1">
                <a:solidFill>
                  <a:srgbClr val="1E8E3E"/>
                </a:solidFill>
                <a:latin typeface="Malgun Gothic"/>
              </a:rPr>
              <a:t>   풀면 그 좌표를 변환 없이 Gaussian 렌더러에 바로 넣을 수 있음. 이게 decoupled의 핵심 트릭.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① 입력 — D455 카메라가 주는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입력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91840" cy="118872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RGB 영상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(색)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91840" cy="118872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Depth 영상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(픽셀마다 거리, 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71323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D455 = RGB-D 카메라. 한 프레임마다 두 장: 색(RGB) + 깊이(Depth).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Depth가 핵심: 픽셀이 '얼마나 멀리'인지 알면 2D 점을 3D로 띄울 수 있음.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  (특징점을 3D로 backproject → 나중에 위치추정·맵에 사용)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실측 D455 캡처를 그대로 사용 (공개 데이터 아님). 예: home, room2.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한 번 녹화(.bag) → 오프라인으로 추출 (카메라 다시 안 켜도 됨).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오프라인: 자산 만들기 (토스토스 4단계)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874519" cy="13716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①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D455 .bag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RGB+Depth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프레임 추출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2011680"/>
            <a:ext cx="32004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79" y="1554480"/>
            <a:ext cx="1874519" cy="137160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②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ORB-SLAM3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카메라가 어디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있었나 = 포즈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72000" y="2011680"/>
            <a:ext cx="32004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92040" y="1554480"/>
            <a:ext cx="1874519" cy="137160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③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COLMAP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포즈 정밀화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+ 3D 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66559" y="2011680"/>
            <a:ext cx="32004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599" y="1554480"/>
            <a:ext cx="1874519" cy="13716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④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gsplat 학습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③ 포즈 고정하고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Gaussian 최적화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1119" y="2011680"/>
            <a:ext cx="320040" cy="41148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59" y="1554480"/>
            <a:ext cx="1874519" cy="1371600"/>
          </a:xfrm>
          <a:prstGeom prst="roundRect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⑤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자산 .ply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실사 Gaussian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맵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1155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각 화살표 = '앞 단계 결과를 파일로 다음 단계에 토스'. 표준 포맷(TUM/COLMAP)으로 통신.</a:t>
            </a:r>
          </a:p>
          <a:p>
            <a:pPr algn="l"/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② SLAM: 영상만 보고 카메라 궤적·키프레임을 추정 (위치의 기준 좌표계 생성).</a:t>
            </a:r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③ COLMAP: 그 포즈를 다듬고, depth로 3D 점을 만들어 Gaussian 초기값 제공.</a:t>
            </a:r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④ 학습: 포즈는 '고정'하고 Gaussian만 움직임 → Gaussian이 SLAM 좌표계에 박힘.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왜 '합쳐진 맵'이 되나 — 같은 좌표계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840480" cy="109728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SLAM 좌표계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(카메라가 어디 있나)</a:t>
            </a:r>
          </a:p>
        </p:txBody>
      </p:sp>
      <p:sp>
        <p:nvSpPr>
          <p:cNvPr id="6" name="Down Arrow 5"/>
          <p:cNvSpPr/>
          <p:nvPr/>
        </p:nvSpPr>
        <p:spPr>
          <a:xfrm>
            <a:off x="2743200" y="2834640"/>
            <a:ext cx="548640" cy="82296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971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Malgun Gothic"/>
              </a:rPr>
              <a:t>이 포즈를 '고정'하고 그 위에서 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749039"/>
            <a:ext cx="3840480" cy="109728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Gaussian 맵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(같은 좌표계에 박힘)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6217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보통은 SLAM 맵과 렌더 맵을 따로 만들면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나중에 정합(align)이 지옥.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여기선 Gaussian을 '처음부터 SLAM 포즈 위에서'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학습 → 두 맵이 같은 좌표계.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그래서 런타임에 위치추정으로 얻은 포즈(Tcw)를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변환 0단계로 Gaussian 렌더러에 바로 투입.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= 이게 'decoupled SLAM × Gaussian'의 존재 이유.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④ 학습은 무엇을 맞추나 (수식, 쉽게)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학습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Gaussian 맵 = 공간에 떠 있는 수백만 개의 '색칠된 타원 구름'. 각 Gaussian의 파라미터: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72800" cy="8229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020"/>
                </a:solidFill>
                <a:latin typeface="Malgun Gothic"/>
              </a:rPr>
              <a:t>위치 μ   |   크기·방향 Σ   |   투명도 α   |   색(SH 계수)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학습: 이 Gaussian들을 렌더한 그림이 실제 사진과 같아지도록 파라미터를 경사하강으로 조정.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Loss = (1−λ)·|렌더−실제|  +  λ·(1−SSIM)  +  λd·|렌더깊이−센서깊이|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8E3E"/>
                </a:solidFill>
                <a:latin typeface="Malgun Gothic"/>
              </a:rPr>
              <a:t>• 1항: 색이 실제와 같게   • 2항(SSIM): 구조·또렷함   • 3항: 깊이도 센서와 맞게(형태 안정)</a:t>
            </a:r>
          </a:p>
          <a:p>
            <a:pPr algn="l"/>
            <a:r>
              <a:rPr sz="1500" b="0">
                <a:solidFill>
                  <a:srgbClr val="1E8E3E"/>
                </a:solidFill>
                <a:latin typeface="Malgun Gothic"/>
              </a:rPr>
              <a:t>• 포즈는 고정 → Gaussian만 학습 (그래서 SLAM 좌표계 유지). MCMC 전략으로 배치 최적화.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런타임: 새로 들어왔을 때 (위치추정 → 렌더)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런타임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68880" cy="118872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새 카메라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프레임 (RGB)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2194560"/>
            <a:ext cx="640080" cy="411480"/>
          </a:xfrm>
          <a:prstGeom prst="rightArrow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9" y="1783080"/>
            <a:ext cx="822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8E3E"/>
                </a:solidFill>
                <a:latin typeface="Malgun Gothic"/>
              </a:rPr>
              <a:t>위치 찾기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2743200" cy="118872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PnP / photometric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위치추정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→ 포즈 Tcw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60" y="2194560"/>
            <a:ext cx="640080" cy="41148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83080"/>
            <a:ext cx="822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Malgun Gothic"/>
              </a:rPr>
              <a:t>변환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2377440" cy="118872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3DGS 렌더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(그 포즈로)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332720" y="2194560"/>
            <a:ext cx="548640" cy="411480"/>
          </a:xfrm>
          <a:prstGeom prst="rightArrow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3200400"/>
            <a:ext cx="1737360" cy="914400"/>
          </a:xfrm>
          <a:prstGeom prst="roundRect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화면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실사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927080" y="3063240"/>
            <a:ext cx="365760" cy="182880"/>
          </a:xfrm>
          <a:prstGeom prst="downArrow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9418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위치추정 = '지금 카메라가 맵의 어디인가'를 이미지만 보고 푸는 것.</a:t>
            </a:r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   - feature-PnP: 특징점 매칭 → solvePnP, ~27 FPS, 전역(아무데서나) 가능.</a:t>
            </a:r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   - photometric: Gaussian 렌더를 이미지에 맞춰 포즈 미세조정.</a:t>
            </a:r>
          </a:p>
          <a:p>
            <a:pPr algn="l"/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얻은 포즈는 Gaussian과 같은 좌표계 → 변환 없이 렌더 → 화면.</a:t>
            </a:r>
          </a:p>
          <a:p>
            <a:pPr algn="l"/>
          </a:p>
          <a:p>
            <a:pPr algn="l"/>
            <a:r>
              <a:rPr sz="1500" b="0">
                <a:solidFill>
                  <a:srgbClr val="202020"/>
                </a:solidFill>
                <a:latin typeface="Malgun Gothic"/>
              </a:rPr>
              <a:t>• 즉 '실제 카메라 → 위치 → 그 자리 실사' 가 한 루프.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출력 1 — 찾은 포즈로 그린 게 실제와 일치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출력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calize_to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925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06756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Malgun Gothic"/>
              </a:rPr>
              <a:t>왼쪽=실제 query / 오른쪽=PnP가 찾은 포즈로 렌더 (27~29 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각 행: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실제 사진(왼쪽) → 시스템이 그 사진만 보고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위치를 찾음 → 그 포즈로 Gaussian 렌더(오른쪽).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오른쪽은 '정답 포즈'를 준 게 아니라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PnP가 찾아낸 포즈로만 그린 것.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그런데 실제와 27~29 dB로 일치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→ 위치추정 + 렌더가 한 좌표계에서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   정확히 맞물린다는 end-to-end 증거.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출력 2 — 위치가 SLAM 경로 위 올바른 자리에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출력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calization_on_slam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5266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645920"/>
            <a:ext cx="4480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초록 = SLAM이 추정한 카메라 경로.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빨강 = 위치추정이 찾은 query 카메라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(화살표 = 보는 방향).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빨간 점이 초록 경로 위에 정확히 얹힘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→ 렌더뿐 아니라 '위치'도 맞다.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공간적으로 시스템이 제대로 작동.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'맵 전체로 되잖아?' — 맞아, 학습한 만큼 커버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커버리지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Malgun Gothic"/>
              </a:rPr>
              <a:t>지금 home 자산은 전체 29m 녹화 중 '한 구간(2m 영역)'만 학습한 것. 한계가 아니라 처리 선택.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120640" cy="91440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전체 녹화: 29m 경로, 8.7m 공간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512064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현재 학습 자산: 2m 영역 (그 일부)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Gaussian은 '학습에 넣은 프레임'만큼만 커버.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전체 29m를 다 학습하면 전체 공간 자산이 됨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  (COLMAP+학습을 전 구간에 돌리면 끝 = 처리량 문제).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그래서 '어디든 걸어가기'엔 더 넓게 학습/캡처하면 됨.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  품질·범위는 '얼마나 찍고 학습했나'가 결정.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품질은 '어떻게 찍었나'가 좌우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_vs_roo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14949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Malgun Gothic"/>
              </a:rPr>
              <a:t>위=home(넓게 둘러봄, 또렷) / 아래=room2(좁게, soft)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4297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같은 시스템, 다른 캡처: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home: 시차(parallax) 충분 → 선명.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• room2: 좁은 캡처 → soft.</a:t>
            </a:r>
          </a:p>
          <a:p>
            <a:pPr algn="l"/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→ 알고리즘이 아니라 '캡처 시차/범위'가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algun Gothic"/>
              </a:rPr>
              <a:t>   실사 품질의 천장.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1B2E"/>
                </a:solidFill>
                <a:latin typeface="Malgun Gothic"/>
              </a:rPr>
              <a:t>한 장 요약 — A to 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C1"/>
                </a:solidFill>
                <a:latin typeface="Malgun Gothic"/>
              </a:rPr>
              <a:t>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317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20240" cy="100584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D455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RGB+Depth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96596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39" y="1645920"/>
            <a:ext cx="1920240" cy="100584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SLAM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포즈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79" y="196596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9" y="1645920"/>
            <a:ext cx="1920240" cy="100584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COLMAP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포즈+점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196596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59" y="1645920"/>
            <a:ext cx="1920240" cy="10058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Gaussian 학습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(포즈 고정)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44000" y="196596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0" y="1645920"/>
            <a:ext cx="1920240" cy="1005840"/>
          </a:xfrm>
          <a:prstGeom prst="roundRect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실사 자산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Malgun Gothic"/>
              </a:rPr>
              <a:t>── 런타임 ──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383280"/>
            <a:ext cx="1828800" cy="9144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새 프레임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365760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6160" y="3383280"/>
            <a:ext cx="1828800" cy="914400"/>
          </a:xfrm>
          <a:prstGeom prst="round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위치추정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(PnP, 27FPS)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94960" y="365760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383280"/>
            <a:ext cx="1828800" cy="91440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같은 좌표계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변환 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98079" y="365760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3383280"/>
            <a:ext cx="182880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3DGS 렌더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01200" y="3657600"/>
            <a:ext cx="27432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0" y="3383280"/>
            <a:ext cx="1828800" cy="914400"/>
          </a:xfrm>
          <a:prstGeom prst="roundRect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화면 실사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</a:rPr>
              <a:t>핵심 한 줄: D455로 찍어 → SLAM이 좌표계를 잡고 → 그 위에서 Gaussian을 학습해 실사 맵을 만들고</a:t>
            </a:r>
          </a:p>
          <a:p>
            <a:pPr algn="l"/>
            <a:r>
              <a:rPr sz="1600" b="1">
                <a:solidFill>
                  <a:srgbClr val="1E8E3E"/>
                </a:solidFill>
                <a:latin typeface="Malgun Gothic"/>
              </a:rPr>
              <a:t>→ 런타임엔 새 프레임의 위치를 찾아(같은 좌표계) → 그 자리에서 Gaussian을 렌더해 실사로 보여준다.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